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iLeGLuJJqaV9rv4rreQQA/E1vi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9858A5-3A9D-437B-AAF5-A56A1AD87D24}">
  <a:tblStyle styleId="{6F9858A5-3A9D-437B-AAF5-A56A1AD87D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19ECB45-BCAC-4C38-B241-BF78F6F0C62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2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pi-agenda.md §4 rows 1014-D1..D3 (last-meeting outcomes); living-report-multipem.md (campaign status); admin/prompt/gtep/INDEX.md + living-report-gtep.md (coal case 10-12, prompt 05 awaiting the two data decisions). GTEP detail if asked: B1 = 1HR config with costs on, accepted at time limit, 2.93% gap (Kay 10-12); cost-on runs build 71-81 CTs, zero retirements.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analysis/initial_design/N0_EVIDENCE.md; methods_C ledgers; mechanism/MECHANISM.md (261bed4); admin debug/fuelmix-check-2026-10-15.md.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Provenance: tiers.py SOBOL_SEED 20260821, scipy 1.16.3; Q1 manifest continues_waves [n0, n0b]. Asserts: initial_design/preflight.py (all pass).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criteria.json: E1 I(32to48) curt 0.470, cost 0.331 vs 1/3-rule 0.153/0.163 and 0.25 cap; E2 winner cov95 44/44/47 in [43,48]; Spearman &gt;= 0.94 all objectives. Shed: 22/48 holdout rows below the 3,000 MWh floor. If asked why the 1/3 rule is the right bar: pre-registered geometric-convergence proxy (next 16 points should buy &lt; 1/3 of what the last 16 bought); the 0.25 cap is a second independent bar; and at 48 the error is still ~5x the noise floor on curt/cost — the verdict survives any reasonable bar. If asked how a noise-limited shed GP drove a 3-objective BO: at explored designs shed is near-binary (the 22.4 MWh floor event vs nonzero); the GP captures that ordering, and Q2 (slide 13) shows the residual shed is PEM-independent — acquisition pressure correctly shifted to curt/cost.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make_fig_parity.py: re-plot of the prompt-39 holdout scores (role=default); asserts rmse_over_floor matches holdout_results.csv to 1e-9 and cov95 exactly, per panel, before drawing. If asked why the shed bars are so wide: the predictive sd includes the floor-constrained noise (3,000 MWh) — the signal itself sits below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make_fig_parity_nofloor.py (full 3x3; shed-only 2x3 variant in make_fig_nofloor.py). FlexGP with floor=1e-9 = unconstrained noise; metrics still scored against the real 3,000 MWh floor. If asked 'so is the floor wrong?': the floor encodes measured PCM replicate spread; holdout residuals below it suggest the replicate noise is heteroscedastic (large at shedding designs, small near zero shed, and random_C concentrates at low shed). A conservative homoscedastic floor costs nothing for BO — shed ordering is preserved — and a heteroscedastic noise model is future work for the final surrogate, not a campaign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part_h_loocv.csv (main-effects + best-combo design, 19 config-objective fits, LOO NLPD rule); hbo_cell.json; fits.json committed 07:34 UTC, first holdout call after. Proposal: adopt winner for grading/prediction only; acquisition untouched (NXT-D10b).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replay_r1.json; frozen bo-gp 60e6328; proposal seed 20261007 re-derived and confirmed against round_records r1. Library import only — the frozen campaign state was never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decision text: pi-agenda.md NXT-D10 (rigorous + plain versions). If asked 'if the curve is still descending at 48, why not 64?': the nested Sobol extends by construction — draws 49-64 are already defined, so a 64-point tier for seed 0 costs +16 runs ≈ 240 core-h and lets E1 be re-run at 48→64: if I(48→64) passes the 1/3-rule, 48 is certified as the final surrogate; if not, we learn the curve's slope. Proposed as a cheap one-seed add-on decided after the seed study launches — it does not gate anything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methods_C/P1/ledger.json; r4 graded on CRC (a8df435). τ = 5.263e16. Strategy-session preview reproduced every graded entry to relerr ≤ 2e-16 before the official grading landed; official numbers matched digit-for-digit.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Ledgers: P2 r1 2.2773 τ (b46d66b), P3 r1 0.7697 τ (6fdfc93), N1 r1 1.43 τ. N1 r2 preview from the validated strategy-session HV replication (matched every graded entry to relerr &lt;= 2e-16; P1 r4 official matched digit-for-digit) — divergence would mean a grading-infra bug, not a science change. If asked 'what if a seed never stops before the cap?': that IS the readout — the distribution of stop rounds; the hard cap bounds worst-case cost at ~1k core-h per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MECHANISM.md (261bed4): verdict table + two paper-ready paragraphs. Paper wording change: 'zero shed' → '≤ 22.4 MWh/yr, one PEM-independent commitment-limited event'. Spoken framing if useful: the day-ahead commitment stops trusting free wind. If asked 'is this a Prescient / cost-based-RUC artifact?': the mechanism needs only that DA commitment responds to the net-load increase from priced PEM withholding — any RUC formulation with that coupling should reproduce it; a reliability-based-RUC sensitivity is a bounded Discussion item, not new campaign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audit: admin/prompt/bogp/debug/fuelmix-check-2026-10-15.md. ERCOT 2019 actuals: gas 47%, coal 20%, wind 20%, nuclear 11% (ERCOT Fact Sheet 11/2020).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pi-agenda.md carries the rigorous + plain text for every open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part_h_loocv.csv; selection rule: LOO NLPD in original units, ties within 0.02 nats break by LOO RMSE; winners committed to fits.json before the first holdout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make_fig_sdheat.py. Slice axes picked by curtailment ARD lengthscales (wind_303 ls 2.0 — by far the most active; wind_317 5.4). sd is the full predictive sd incl. likelihood noise, in floor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2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US" sz="2400" b="1" i="0" dirty="0">
                <a:solidFill>
                  <a:srgbClr val="0C2340"/>
                </a:solidFill>
                <a:latin typeface="Arial"/>
              </a:rPr>
              <a:t>recap</a:t>
            </a:r>
            <a:endParaRPr sz="2400" b="1" i="0" dirty="0">
              <a:solidFill>
                <a:srgbClr val="0C2340"/>
              </a:solidFill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</a:t>
            </a:fld>
            <a:endParaRPr lang="en-US" sz="10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4393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1F1F1F"/>
                </a:solidFill>
              </a:rPr>
              <a:t>BO</a:t>
            </a:r>
            <a:endParaRPr sz="1300" b="1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 dirty="0">
                <a:solidFill>
                  <a:srgbClr val="1F1F1F"/>
                </a:solidFill>
                <a:latin typeface="Arial"/>
              </a:rPr>
              <a:t>•  Last meeting (10-1</a:t>
            </a:r>
            <a:r>
              <a:rPr lang="en-GB" sz="1300" b="1" i="0" dirty="0">
                <a:solidFill>
                  <a:srgbClr val="1F1F1F"/>
                </a:solidFill>
                <a:latin typeface="Arial"/>
              </a:rPr>
              <a:t>3</a:t>
            </a:r>
            <a:r>
              <a:rPr sz="1300" b="1" i="0" dirty="0">
                <a:solidFill>
                  <a:srgbClr val="1F1F1F"/>
                </a:solidFill>
                <a:latin typeface="Arial"/>
              </a:rPr>
              <a:t>)</a:t>
            </a:r>
            <a:endParaRPr lang="en-GB" sz="1300" b="1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•  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whether </a:t>
            </a:r>
            <a:r>
              <a:rPr sz="1300" b="0" i="0" dirty="0">
                <a:solidFill>
                  <a:srgbClr val="1F1F1F"/>
                </a:solidFill>
                <a:latin typeface="Arial"/>
              </a:rPr>
              <a:t>32 starting points is a good choice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 for GP &amp; hyperparameter tuning (done)</a:t>
            </a:r>
            <a:endParaRPr sz="1300" b="0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•  </a:t>
            </a:r>
            <a:r>
              <a:rPr lang="en-US" altLang="zh-CN" sz="1300" b="0" i="0" dirty="0">
                <a:solidFill>
                  <a:srgbClr val="1F1F1F"/>
                </a:solidFill>
                <a:latin typeface="Arial"/>
              </a:rPr>
              <a:t>5-10</a:t>
            </a:r>
            <a:r>
              <a:rPr lang="zh-CN" altLang="en-US" sz="1300" b="0" i="0" dirty="0">
                <a:solidFill>
                  <a:srgbClr val="1F1F1F"/>
                </a:solidFill>
                <a:latin typeface="Arial"/>
              </a:rPr>
              <a:t> </a:t>
            </a:r>
            <a:r>
              <a:rPr lang="en-US" altLang="zh-CN" sz="1300" b="0" i="0" dirty="0">
                <a:solidFill>
                  <a:srgbClr val="1F1F1F"/>
                </a:solidFill>
                <a:latin typeface="Arial"/>
              </a:rPr>
              <a:t>seed BO (still running)</a:t>
            </a:r>
            <a:endParaRPr sz="1300" b="0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•  ERCOT 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where to build PEM and what size</a:t>
            </a:r>
            <a:r>
              <a:rPr lang="en-GB" sz="1300" dirty="0">
                <a:solidFill>
                  <a:srgbClr val="1F1F1F"/>
                </a:solidFill>
              </a:rPr>
              <a:t> (not started)</a:t>
            </a:r>
            <a:endParaRPr sz="1300" b="0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 dirty="0">
                <a:solidFill>
                  <a:srgbClr val="1F1F1F"/>
                </a:solidFill>
                <a:latin typeface="Arial"/>
              </a:rPr>
              <a:t>•  Other projects (no decisions needed today)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•  GTEP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. Run </a:t>
            </a:r>
            <a:r>
              <a:rPr sz="1300" b="0" i="0" dirty="0">
                <a:solidFill>
                  <a:srgbClr val="1F1F1F"/>
                </a:solidFill>
                <a:latin typeface="Arial"/>
              </a:rPr>
              <a:t>PCM on the 2035 fleets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•  AIChE 2026 talk: ERCOT figures 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freeze nex</a:t>
            </a:r>
            <a:r>
              <a:rPr lang="en-GB" sz="1300" dirty="0">
                <a:solidFill>
                  <a:srgbClr val="1F1F1F"/>
                </a:solidFill>
              </a:rPr>
              <a:t>t week.</a:t>
            </a:r>
            <a:endParaRPr sz="1300" b="0" i="0" dirty="0">
              <a:solidFill>
                <a:srgbClr val="1F1F1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Your three asks from Tuesday — all three moved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2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Ask (10-14)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Result in one line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Evidence that n0 = 32 is a good choice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DONE — zero new PCM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is not yet sufficient: curtailment / cost error still drops a lot at 48; calibration at 32 is sound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Would hyperparameter tuning help?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DONE — pre-registered hyperparameter study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Yes, where the pathology lives: rbf+log1p repairs the round-3 audit (coverage 5/8 to 8/8)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5-10 random seeds behind the conclusions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RUNNING — 3 new trajectories live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P1 complete (hard cap); P2 / P3 / N1 graded r1; need your seed count to scope the rest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1124712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Also closed this week: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Stop rule held at both P1 overrun checkpoints (r3 = 0.62 τ, r4 = 0.30 τ — official grading).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Shed mechanism identified from hourly data: day-ahead commitment, not PEM scarcity sales.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ERCOT fuel-mix audit: our conversion is exact (45/45); the flagged discrepancies trace to the published dataset — AIChE figures 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3</a:t>
            </a:fld>
            <a:endParaRPr lang="en-US" sz="100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4663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AE9342"/>
                </a:solidFill>
                <a:latin typeface="Arial"/>
              </a:rPr>
              <a:t>ACT 1 · THE GP QUESTION (1014-D2)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Is 32 starting points enough?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4E9F0"/>
                </a:solidFill>
                <a:latin typeface="Arial"/>
              </a:rPr>
              <a:t>Test: refit the same GP on 16 / 32 / 48 starts; score every fit on an
untouched 48-run random holdout; judge by pre-registered criteria.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The test cost zero new PCM runs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4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85216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•  One nested Sobol sequence, by construction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•  Draws 1-16 = the original 16 starts; 17-32 = the 32-point refresh; 33-48 = wave Q1 (already landed 10-13).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•  So 16 ⊂ 32 ⊂ 48 — the 48-point design existed before the question was asked.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•  Holdout nobody trained 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•  waves/random_C: 48 i.i.d. uniform designs; zero overlap with the 48 training designs (asserted); never used to fit or tune.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•  Pre-registered, then executed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•  Acceptance criteria (E1 diminishing returns, E2 calibration, E3 tuning) fixed in the prompt BEFORE any fit.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•  Pre-flight: Sobol regeneration bit-identical; 16/32 LOO tables reproduce the 10-08 deck to 4e-7.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5120640" cy="283464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1463040"/>
            <a:ext cx="466344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1F1F"/>
                </a:solidFill>
                <a:latin typeface="Arial"/>
              </a:rPr>
              <a:t>Budget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C2340"/>
                </a:solidFill>
                <a:latin typeface="Arial"/>
              </a:rPr>
              <a:t>0 new PCM runs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Every fit, audit and the frozen-machinery replay ran locally — no cluster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Verdict: 32 is not sufficient — the error curve has not bent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5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n0_curve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8572"/>
            <a:ext cx="7863840" cy="2530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62856"/>
            <a:ext cx="786384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GP accuracy on the untouched holdout vs number of starting points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/Users/yilu/Documents/GitHub/RTS-GMLC-n0evidence/trial_0826/campaign/analysis/initial_design/figs/n0_curve_holdout.png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188720"/>
            <a:ext cx="3566160" cy="5120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Holdout RMSE / noise floor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curtailment: 17.4 → 9.4 → 5.0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cost: 15.4 → 7.9 → 5.3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shed: below floor at every n0 (noise-limited)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•  E1 (returns diminishing?) fails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32→48 cuts error almost as much as 16→32 — the curve is still descending at 48.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E8449"/>
                </a:solidFill>
                <a:latin typeface="Arial"/>
              </a:rPr>
              <a:t>•  But 32 steered BO soundly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ranking Spearman ≥ 0.94; calibration at 32 passes (E2).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440680"/>
            <a:ext cx="7863840" cy="91440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5504688"/>
            <a:ext cx="764438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32 was good enough to steer the campaign; it is not good enough as the final reported surrogate. 48 is measurably better — and for THIS design (seed 0) the extra 16 runs already exist.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The same verdict, point by point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6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parity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9" y="1097280"/>
            <a:ext cx="4954962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797296"/>
            <a:ext cx="576072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Predicted vs actual on the 48 unseen designs; bars = GP 95% intervals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/Users/yilu/Documents/GitHub/RTS-GMLC-n0evidence/trial_0826/campaign/analysis/quality_report/bo_1016/fig_parity_holdout.png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66928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How to read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Each dot = one unseen random design; bar = the GP's 95% interval; red line = perfect prediction.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•  Curtailment and cost (rows 2-3)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Dots collapse onto the line and the bars tighten 16 → 32 → 48 — the same ~2× error cut per +16 points as the curve, now visible per design.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Load shed (row 1)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Scattered with wide bars at every n0 — noise-limited, as the floor analysis says. The GP stays honest about it: coverage 47-48/48.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No new holdout touch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Deterministic refit of the same campaign-default GPs; the script asserts every panel's RMSE and coverage match the official holdout table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000" b="1" i="0">
                <a:solidFill>
                  <a:srgbClr val="0C2340"/>
                </a:solidFill>
                <a:latin typeface="Arial"/>
              </a:rPr>
              <a:t>Same nine panels without the noise floors — only the shed row changes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7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parity_no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67" y="1097280"/>
            <a:ext cx="4918225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797296"/>
            <a:ext cx="576072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Identical GPs, likelihood noise bound (floor/σ)² → 1e-9; scored against the REAL floors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/Users/yilu/Documents/GitHub/RTS-GMLC-n0evidence/trial_0826/campaign/analysis/quality_report/bo_1016/fig_parity_nofloor.png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43000"/>
            <a:ext cx="5669280" cy="5120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Arial"/>
              </a:rPr>
              <a:t>•  One change vs the previous slide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The GP's noise lower bound is dropped; data, seed, kernel, metrics identical — flip back and forth to compare.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•  The floor only ever binds on shed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Shed: free-noise GP infers 317-527 MWh vs the 3,000 MWh floor — bars shrink ~6×, coverage stays 45-48/48, RMSE 0.32-0.58× floor.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Curtailment / cost: inferred noise already sits 1.7-2.7× ABOVE the floor (curt 8.5-12.5k vs 5k MWh; cost $1.1-1.9M vs $0.5M), so those six panels barely move.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Arial"/>
              </a:rPr>
              <a:t>•  Read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Point predictions were never the problem — the wide shed bars are the pre-registered replicate-variability floor, conservative on unseen designs (the safe side for BO).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1">
                <a:solidFill>
                  <a:srgbClr val="1F1F1F"/>
                </a:solidFill>
                <a:latin typeface="Arial"/>
              </a:rPr>
              <a:t>•  Post-hoc illustration, outside the pre-registered axes — hints shed noise is design-dependent; a Discussion item, no decision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Tuning helps exactly where the pathology lives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8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603504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The start-set GP was never miscalibrated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32-start LOO: curtailment rms_z 0.81, coverage 31/32. The weak audit you saw (r3) belongs to the BO-augmented GP.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Hyperparameter study (pre-registered NLPD rule)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Winners: rbf + log1p (shed, curtailment), rbf (cost). Picked on the 32 starts, committed before any holdout scoring.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Round-3 audit cell (the PI's observation), refit + rescored: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554480"/>
          <a:ext cx="5029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curtailment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default GP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rbf+log1p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coverage (of 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8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rms z-score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2.008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1.050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reproduces recorded audit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77639"/>
            <a:ext cx="11247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Out-of-sample check: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the winner's curtailment error rises from 4.8× (LOO) to 7.3× floor on the holdout — still better than the default; the advantage shrinks but holds.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Secondary grid findings (BoTorch prior, kernels) → backup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Same landscape, different probes — why seeds are the next instrument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9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Round-1 replay from...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Batch overlap with deployed r1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Landscape rank corr. (Spearman)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starts (the real campaign)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8 / 8 — reproduces it exactly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16 starts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 / 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0.94 vs 32-start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48 starts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0.95 vs 32-start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572000" cy="2651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How to read this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The GPs agree on where is good (ρ ≥ 0.89 on every weight) …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… but the acquisition argmax is a knife-edge: a different start set moves every batch member.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A knife-edge argmax is expected for batch acquisition — which is exactly why one replay cannot answer the front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995928"/>
            <a:ext cx="11027664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n0 changes which points BO probes next, even when it barely changes the fitted landscape.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Whether that changes the final front is an outcome question — answered by running the workflow from several seeds (your 1014-D1 directive), not by more GP diagnostics.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>
                <a:solidFill>
                  <a:srgbClr val="0C2340"/>
                </a:solidFill>
                <a:latin typeface="Arial"/>
              </a:rPr>
              <a:t>Decision NXT-D10 — two choices from Act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10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14630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DECISION · NXT-D10a seed-study n0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51206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DECISION · NXT-D10b tuned grading GP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(a) Seed study starts from 32 or 48?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Start at 32 — RECOMMENDED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Comparable to the live campaign; calibration sound; replay reproduces the real r1; known cost: ~2× curtailment error vs 48.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Start at 48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More accurate surrogate, but +16 NEW PCM runs per fresh seed (≈ +25% per-seed cost) — only seed 0's 48 points exist today.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1">
                <a:solidFill>
                  <a:srgbClr val="1F1F1F"/>
                </a:solidFill>
                <a:latin typeface="Arial"/>
              </a:rPr>
              <a:t>Proposed, folds into D10a: the final paper surrogate is reported at 48.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512064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(b) Adopt rbf+log1p for grading only?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Yes — RECOMMENDED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Repairs the r3 overconfidence (5/8 → 8/8) with zero new runs.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Scope: grading / prediction / audit layer ONLY.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The acquisition path stays frozen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so every completed and running arm stays comparable; a tuned-acquisition arm can be a separate seed later if wanted.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11</a:t>
            </a:fld>
            <a:endParaRPr lang="en-US" sz="100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4663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AE9342"/>
                </a:solidFill>
                <a:latin typeface="Arial"/>
              </a:rPr>
              <a:t>ACT 2 · THE STOP RULE + SEEDS (1014-D1)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stop rule held — twice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4E9F0"/>
                </a:solidFill>
                <a:latin typeface="Arial"/>
              </a:rPr>
              <a:t>P1 ran past its own stop to the hard cap, as a record-only overrun.
Three new trajectories are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Stop rule closed at both overrun checkpoints (official)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12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stoprule_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76966"/>
            <a:ext cx="8503920" cy="30079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37176"/>
            <a:ext cx="850392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P1: live stop at r2; overrun rounds r3 / r4 graded on CRC (record only)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/Users/yilu/Documents/GitHub/RTS-GMLC-n0evidence/trial_0826/campaign/analysis/quality_report/bo_1016/fig_stoprule_closed.png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188720"/>
            <a:ext cx="292608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Live decision (10-10)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STOP at r2: gains 0.69 τ, then 0.17 τ.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Overrun verdict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r3: 0.62 τ — below τ.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r4: 0.30 τ — below τ. Hard cap; P1 complete.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Cost of ignoring the rule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16 extra runs bought +6.9% HV, every increment sub-threshold.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>
                <a:solidFill>
                  <a:srgbClr val="0C2340"/>
                </a:solidFill>
                <a:latin typeface="Arial"/>
              </a:rPr>
              <a:t>Seed support is building — need your 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13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14630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DECISION · 1014-D1 seed count: 5 or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Acquisition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Start set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Latest graded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Gain vs τ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P1 (the campaign)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the 32 (seed 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r4 (hard cap)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0.30 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COMPLETE — stop held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fresh 32, seed 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2.28 τ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array running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fresh 32, seed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0.77 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array running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qNEHVI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the 32 (seed 0)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1.43 τ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ran; grading lands tonight (preview 0.61 τ)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What a 'seed' buys: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One full workflow replicate — fresh Sobol init + BO rounds + stop rule — ≈ 1,000 core-h. Readout: the distribution of stop round and HV-at-stop across seeds.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5 seeds ≈ 5k core-h (fits this month); 10 seeds ≈ 10k core-h (stronger claim, ~2× queue time).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Proposal: start with 5 and pre-commit the extension trigger — extend to 10 if the seed-to-seed range of HV-at-stop exceeds 25% of the mean BO gain (threshold yours to set). NXT-D10a fixes the start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14</a:t>
            </a:fld>
            <a:endParaRPr lang="en-US" sz="100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4663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AE9342"/>
                </a:solidFill>
                <a:latin typeface="Arial"/>
              </a:rPr>
              <a:t>ACT 3 · IN ONE WEEK, UNBLOCKED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mechanism, and ERCOT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4E9F0"/>
                </a:solidFill>
                <a:latin typeface="Arial"/>
              </a:rPr>
              <a:t>Two standing worries closed with zero new simulation:
why PEM cuts load shed, and whether the ERCOT conversion is sound.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000" b="1" i="0">
                <a:solidFill>
                  <a:srgbClr val="0C2340"/>
                </a:solidFill>
                <a:latin typeface="Arial"/>
              </a:rPr>
              <a:t>Why PEM cuts load shed — explained with hourly data (one model, one year)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15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86868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161288"/>
            <a:ext cx="11210544" cy="740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1F1F"/>
                </a:solidFill>
                <a:latin typeface="Arial"/>
              </a:rPr>
              <a:t>PEM retrofits cut shed not by selling power in scarcity: priced PEM demand absorbs the wind forecast, so the day-ahead RUC commits ~1.2 GW more thermal and the scarce hours arrive with headroom.</a:t>
            </a:r>
          </a:p>
        </p:txBody>
      </p:sp>
      <p:pic>
        <p:nvPicPr>
          <p:cNvPr id="7" name="Picture 6" descr="fig_h1_commi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53194"/>
            <a:ext cx="7223760" cy="30270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294376"/>
            <a:ext cx="722376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Committed thermal + headroom on the low design's 100 shed hours; shed-difference decomposition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/Users/yilu/Documents/GitHub/RTS-GMLC-mechanism/trial_0826/campaign/analysis/mechanism/fig_h1_commitment.png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420624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•  H1 commitment headroom — supported, dominant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•  zero-shed designs commit +1.2-1.3 GW more thermal; headroom 737-771 MW vs exactly 0; extra thermal covers 107-171% of the shed difference in all 8 pairs.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C0392B"/>
                </a:solidFill>
                <a:latin typeface="Arial"/>
              </a:rPr>
              <a:t>•  H2 scarcity sales (as driver), H3 location (slack-bus accounting), H4 reserve substitution — all contradicted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F1F1F"/>
                </a:solidFill>
                <a:latin typeface="Arial"/>
              </a:rPr>
              <a:t>•  Q2 floor: confirmed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•  all 7 designs: one winter-morning event (12-18 h7, 22.4 MWh), same +962 MW commitment change, decomposition residual 0.000.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Arial"/>
              </a:rPr>
              <a:t>•  Caveat: a property of cost-based RUC under priced withholding — model sensitivity goes to Discussion.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>
                <a:solidFill>
                  <a:srgbClr val="0C2340"/>
                </a:solidFill>
                <a:latin typeface="Arial"/>
              </a:rPr>
              <a:t>ERCOT: our conversion is exact; the quirks are the dataset's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16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14630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ROADBLOCKER · wave D gated on 1014-D3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Flag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Coal 32% of energy (real 2019: 20%)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TX-123BT's own coefficients put all 13 coal units below all 113 gas units in merit order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+ disclose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Gas looks like peakers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implied heat rates ~18.5 MMBtu/MWh (real CC ~7) — the paper says 'typical' coefficients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+ disclose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PV fleet 8.26 GW (real 2.3)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the DATASET is internally inconsistent: its paper says 2.48 GW, its published files 8.26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published files + 1 sentence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LMP $34 vs 2019 DAM $38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right order — inflated heat rates ≈ offset missing scarcity adders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quote as 'TX-123BT prices'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Our conversion: 45/45 cost coefficients exact; load side matches ERCOT 2019 actuals to the MW (383.8 TWh; preliminary peak 74,666 MW).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Consequence: NO AIChE figure needs a re-run; diverted-wind ≈ $30/MWh stands as an in-model result.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Wave D (location grids on ERCOT) still waits on the condition you set on 10-14 — please restate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Decisions today + the two weeks ahead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17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Default if you only nod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NXT-D10a: seed-study n0 = 32 or 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(comparability); paper surrogate at 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NXT-D10b: rbf+log1p grading layer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adopt, grading only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1014-D1: seed count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 seeds now, extend to 10 if spread is wide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Wave-D condition (1014-D3)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 needs your restatement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g1 nuclear accounting (NXT-D7)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option c (+$28.188M, fronts unchanged)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188720"/>
            <a:ext cx="420624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Next two weeks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P2/P3/N1 arms run to their caps (automatic).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Seed study launches at your count + n0.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37 stop-rule validation suite (synthetic + replay) lands.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AIChE ERCOT figures 10-22 → 10-31.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Figure freeze: 11-01.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Backup — hyperparameter grid by-products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18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F1F1F"/>
                </a:solidFill>
                <a:latin typeface="Arial"/>
              </a:rPr>
              <a:t>•  Secondary findings from the Part-H study (not decision-relevant today):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The BoTorch default Gamma(3, 6) lengthscale prior is harmful on every objective here (curtailment error 27× floor) — bo-gp's no-prior default is right for this problem.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Matérn 3/2 never beats Matérn 5/2 on any objective.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Fixing the noise at the floor (vs inferring it above the floor) changes results little.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No axis interaction was triggered: each winning combination beat every single-axis change.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Backup — where the GP is uncertain (2-D slice)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19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s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624" y="1188720"/>
            <a:ext cx="8766271" cy="3584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91456"/>
            <a:ext cx="1143000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Predictive sd / floor on the two most active tiers (wind_303, wind_317); other 4 ω at training median; n0 = 48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/Users/yilu/Documents/GitHub/RTS-GMLC-n0evidence/trial_0826/campaign/analysis/quality_report/bo_1016/fig_sd_heatmap.png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Shed (left): sd/floor 1.07-1.20 everywhere — a featureless map pinned just above the floor; more points cannot change it (noise-limited).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Curtailment (right): sd/floor 3.1-7.4 — lowest where training designs cluster, rising at the corners (data-limited; exactly what more points fix).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4005</Words>
  <Application>Microsoft Macintosh PowerPoint</Application>
  <PresentationFormat>Widescreen</PresentationFormat>
  <Paragraphs>298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recap</vt:lpstr>
      <vt:lpstr>Your three asks from Tuesday — all three moved</vt:lpstr>
      <vt:lpstr>PowerPoint Presentation</vt:lpstr>
      <vt:lpstr>The test cost zero new PCM runs</vt:lpstr>
      <vt:lpstr>Verdict: 32 is not sufficient — the error curve has not bent</vt:lpstr>
      <vt:lpstr>The same verdict, point by point</vt:lpstr>
      <vt:lpstr>Same nine panels without the noise floors — only the shed row changes</vt:lpstr>
      <vt:lpstr>Tuning helps exactly where the pathology lives</vt:lpstr>
      <vt:lpstr>Same landscape, different probes — why seeds are the next instrument</vt:lpstr>
      <vt:lpstr>Decision NXT-D10 — two choices from Act 1</vt:lpstr>
      <vt:lpstr>PowerPoint Presentation</vt:lpstr>
      <vt:lpstr>Stop rule closed at both overrun checkpoints (official)</vt:lpstr>
      <vt:lpstr>Seed support is building — need your count</vt:lpstr>
      <vt:lpstr>PowerPoint Presentation</vt:lpstr>
      <vt:lpstr>Why PEM cuts load shed — explained with hourly data (one model, one year)</vt:lpstr>
      <vt:lpstr>ERCOT: our conversion is exact; the quirks are the dataset's</vt:lpstr>
      <vt:lpstr>Decisions today + the two weeks ahead</vt:lpstr>
      <vt:lpstr>Backup — hyperparameter grid by-products</vt:lpstr>
      <vt:lpstr>Backup — where the GP is uncertain (2-D slice)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alex@dowlinglab.org</dc:creator>
  <cp:lastModifiedBy>Kay Lu</cp:lastModifiedBy>
  <cp:revision>2</cp:revision>
  <dcterms:created xsi:type="dcterms:W3CDTF">2018-06-25T12:14:03Z</dcterms:created>
  <dcterms:modified xsi:type="dcterms:W3CDTF">2026-10-16T18:25:27Z</dcterms:modified>
</cp:coreProperties>
</file>